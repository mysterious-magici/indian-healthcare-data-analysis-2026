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flat_dark_themed_ui_dashboard_slide_app_int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